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712" r:id="rId3"/>
    <p:sldId id="713" r:id="rId4"/>
  </p:sldIdLst>
  <p:sldSz cx="13439775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7" roundtripDataSignature="AMtx7mjIfK4TdQ1QlNCzQikPr+i6Q+m3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DAE3F3"/>
    <a:srgbClr val="E2F0D9"/>
    <a:srgbClr val="00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069" autoAdjust="0"/>
  </p:normalViewPr>
  <p:slideViewPr>
    <p:cSldViewPr snapToGrid="0">
      <p:cViewPr varScale="1">
        <p:scale>
          <a:sx n="100" d="100"/>
          <a:sy n="100" d="100"/>
        </p:scale>
        <p:origin x="462" y="312"/>
      </p:cViewPr>
      <p:guideLst/>
    </p:cSldViewPr>
  </p:slideViewPr>
  <p:outlineViewPr>
    <p:cViewPr>
      <p:scale>
        <a:sx n="50" d="100"/>
        <a:sy n="50" d="100"/>
      </p:scale>
      <p:origin x="0" y="-9082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0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customschemas.google.com/relationships/presentationmetadata" Target="metadata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0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9" Type="http://schemas.openxmlformats.org/officeDocument/2006/relationships/viewProps" Target="viewProps.xml"/><Relationship Id="rId4" Type="http://schemas.openxmlformats.org/officeDocument/2006/relationships/slide" Target="slides/slide3.xml"/><Relationship Id="rId11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13e8c40f5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79" name="Google Shape;79;g2d13e8c40f5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pic>
        <p:nvPicPr>
          <p:cNvPr id="11" name="Google Shape;11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869070" y="3728139"/>
            <a:ext cx="11701635" cy="10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69088" y="1758596"/>
            <a:ext cx="11701599" cy="1969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3000"/>
              <a:buFont typeface="Malgun Gothic"/>
              <a:buNone/>
              <a:defRPr sz="4409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0914598" y="346200"/>
            <a:ext cx="2108049" cy="5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284103" cy="500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BC7"/>
              </a:buClr>
              <a:buSzPts val="1000"/>
              <a:buFont typeface="Malgun Gothic"/>
              <a:buNone/>
              <a:defRPr sz="1470" b="1">
                <a:solidFill>
                  <a:srgbClr val="007BC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869088" y="3930560"/>
            <a:ext cx="11701599" cy="1770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869088" y="5701319"/>
            <a:ext cx="11701599" cy="13994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1000"/>
              <a:buFont typeface="Malgun Gothic"/>
              <a:buNone/>
              <a:defRPr sz="1470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66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" y="9528"/>
            <a:ext cx="13439775" cy="7559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12222480" y="7006702"/>
            <a:ext cx="1027661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214124" y="9530"/>
            <a:ext cx="11591806" cy="7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50"/>
              <a:buNone/>
              <a:defRPr sz="2400" b="1" i="0" u="none" strike="noStrike" cap="none">
                <a:solidFill>
                  <a:srgbClr val="00306C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5"/>
          <p:cNvSpPr/>
          <p:nvPr/>
        </p:nvSpPr>
        <p:spPr>
          <a:xfrm>
            <a:off x="2139743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/>
          <p:nvPr/>
        </p:nvSpPr>
        <p:spPr>
          <a:xfrm>
            <a:off x="1808902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5"/>
          <p:cNvSpPr/>
          <p:nvPr/>
        </p:nvSpPr>
        <p:spPr>
          <a:xfrm>
            <a:off x="3619005" y="697418"/>
            <a:ext cx="2915188" cy="736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214123" y="614455"/>
            <a:ext cx="11591807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601" b="1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39;p25">
            <a:extLst>
              <a:ext uri="{FF2B5EF4-FFF2-40B4-BE49-F238E27FC236}">
                <a16:creationId xmlns:a16="http://schemas.microsoft.com/office/drawing/2014/main" id="{F0E18D2A-3D86-E897-0FF2-D32C9DAD91D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5720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ct val="100000"/>
              <a:buAutoNum type="arabicPeriod"/>
              <a:defRPr sz="1801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39;p25">
            <a:extLst>
              <a:ext uri="{FF2B5EF4-FFF2-40B4-BE49-F238E27FC236}">
                <a16:creationId xmlns:a16="http://schemas.microsoft.com/office/drawing/2014/main" id="{7EEE87E4-DF8E-6CE9-9BB7-69D6850827BF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4122" y="7010619"/>
            <a:ext cx="11901679" cy="39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900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41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Malgun Gothic"/>
              <a:buNone/>
              <a:defRPr sz="48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4561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sz="308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96621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861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205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923987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451927" y="7006702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9491842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869241" y="1758596"/>
            <a:ext cx="11701292" cy="1969175"/>
          </a:xfrm>
          <a:prstGeom prst="rect">
            <a:avLst/>
          </a:prstGeom>
        </p:spPr>
        <p:txBody>
          <a:bodyPr spcFirstLastPara="1" wrap="square" lIns="134372" tIns="134372" rIns="134372" bIns="134372" anchor="b" anchorCtr="0">
            <a:normAutofit/>
          </a:bodyPr>
          <a:lstStyle/>
          <a:p>
            <a:r>
              <a:rPr lang="en-US" dirty="0"/>
              <a:t>2025.01</a:t>
            </a:r>
            <a:r>
              <a:rPr lang="ko-KR" altLang="en-US" dirty="0"/>
              <a:t>월 과제 진행상황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76" y="-1"/>
            <a:ext cx="3284016" cy="500451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Autofit/>
          </a:bodyPr>
          <a:lstStyle/>
          <a:p>
            <a:pPr marL="0" indent="0">
              <a:lnSpc>
                <a:spcPct val="135000"/>
              </a:lnSpc>
              <a:spcAft>
                <a:spcPts val="1764"/>
              </a:spcAft>
            </a:pPr>
            <a:r>
              <a:rPr lang="en-US" dirty="0"/>
              <a:t>Internal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2"/>
          </p:nvPr>
        </p:nvSpPr>
        <p:spPr>
          <a:xfrm>
            <a:off x="869241" y="3930559"/>
            <a:ext cx="11701292" cy="2151738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rmAutofit fontScale="70000" lnSpcReduction="20000"/>
          </a:bodyPr>
          <a:lstStyle/>
          <a:p>
            <a:pPr marL="0" indent="0" algn="r">
              <a:spcAft>
                <a:spcPts val="1764"/>
              </a:spcAft>
            </a:pPr>
            <a:r>
              <a:rPr lang="en-US" dirty="0"/>
              <a:t>Prof.</a:t>
            </a:r>
            <a:r>
              <a:rPr lang="ko-KR" altLang="en-US" dirty="0"/>
              <a:t> </a:t>
            </a:r>
            <a:r>
              <a:rPr lang="en-US" altLang="ko-KR" dirty="0"/>
              <a:t>Juhyun</a:t>
            </a:r>
            <a:r>
              <a:rPr lang="ko-KR" altLang="en-US" dirty="0"/>
              <a:t> </a:t>
            </a:r>
            <a:r>
              <a:rPr lang="en-US" altLang="ko-KR" dirty="0"/>
              <a:t>Song,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PhD Student. Chulwon Jung</a:t>
            </a:r>
          </a:p>
          <a:p>
            <a:pPr marL="0" indent="0" algn="r">
              <a:spcAft>
                <a:spcPts val="1764"/>
              </a:spcAft>
            </a:pPr>
            <a:r>
              <a:rPr lang="en-US" u="sng" dirty="0"/>
              <a:t>Battery Software Group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2026.01.02.-2026.01.31.</a:t>
            </a:r>
          </a:p>
          <a:p>
            <a:pPr marL="0" indent="0" algn="r">
              <a:spcAft>
                <a:spcPts val="1764"/>
              </a:spcAft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BEDCB7-0041-6262-6459-F8F4151C6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17E275B-6EE8-E1F6-49C4-A48EA3CD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E98E08-D2CD-56CD-07DA-4B8048589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40832-A750-1430-19AA-84692E0F480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2F36773-E4A3-1E89-BE07-7B952B6AFFA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42562A-A791-2704-D696-2232EAE2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21"/>
            <a:ext cx="13439775" cy="747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9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32B20E-C9AA-3B6E-90CE-5D4717F0CA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99D8C7-D62A-C604-2B4B-A3D21211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24561D-ECF6-D25E-0BCD-EE727E4CD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09DDE2-948F-BA95-9481-F0EFEEDF516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8ACAAED-B0A5-B8D0-AD3D-BED2208A684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5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38755</TotalTime>
  <Words>24</Words>
  <Application>Microsoft Office PowerPoint</Application>
  <PresentationFormat>사용자 지정</PresentationFormat>
  <Paragraphs>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Malgun Gothic</vt:lpstr>
      <vt:lpstr>Arial</vt:lpstr>
      <vt:lpstr>Office 테마</vt:lpstr>
      <vt:lpstr>2025.01월 과제 진행상황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 원빈</dc:creator>
  <cp:lastModifiedBy>Chulwon Jung</cp:lastModifiedBy>
  <cp:revision>1562</cp:revision>
  <dcterms:created xsi:type="dcterms:W3CDTF">2021-07-29T02:42:21Z</dcterms:created>
  <dcterms:modified xsi:type="dcterms:W3CDTF">2026-01-22T07:10:29Z</dcterms:modified>
</cp:coreProperties>
</file>